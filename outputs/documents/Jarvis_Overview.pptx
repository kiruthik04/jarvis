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Jarvis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Jarvis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Voice, AI, Browser, Office.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Jarvis is ready!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